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H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700"/>
  </p:normalViewPr>
  <p:slideViewPr>
    <p:cSldViewPr snapToGrid="0">
      <p:cViewPr varScale="1">
        <p:scale>
          <a:sx n="128" d="100"/>
          <a:sy n="128" d="100"/>
        </p:scale>
        <p:origin x="17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38CF4-60F8-427F-06AB-BFEF45900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37B375-264C-E760-0E42-0D2C5829CC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97B486-B7A1-F19D-BA7E-7240A1A9C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46756-94AD-767F-012E-EF36C211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BCE92-CA4B-BF71-B390-EA8AD0EB7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580077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CB7BC-2669-8B38-4870-5BFFBBAC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63216-98A2-226F-7C7E-BD271B0A0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4F0C0-E6A4-B21B-27A2-26E9570CD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0FC64B-A670-7AEF-90EC-26F19D5145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6F3F1-FB6B-61D8-FF85-6BD151063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5721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F0974-0A04-AEEF-5C7A-534A6E5D9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DC5E5-F8A8-E420-F21D-0DDA68F30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DFE70-1A7E-1337-53D3-53275E55D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3B434-234F-4A82-02EF-2B5B79A74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F4B12-6C0B-F353-4E0E-7D5F4FA67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9771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FA902-5765-C2EF-F3C1-6FA9C8551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E4010-CA2F-373A-E462-C104C683E6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2F0FC2-1A47-0484-4D53-671A9D2DDD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01129-BD16-0078-A27D-062110E28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47A2A-29F2-C1D1-841F-05C1263B8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8149F-2312-DACA-5BFD-1F72C7C8B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03324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0844-82F2-8763-4795-9094B055F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12C824-B9E6-F8D3-0E0D-BAD82FC37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BFEB6-11FA-F079-25DD-313EE4197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E1929-FD98-0BB9-6C6E-97EBCBDF0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E2C462-C99E-C27C-81D2-E49970FB3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0DCC87-3F7F-BA3A-50C0-0B8E66739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5C0B0-9309-FC64-3C10-B0A92EA80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125606-F305-DA17-84FA-B20CA93AF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06128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EA2D4-831E-94E8-DEDF-5B4EE6170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FD967-E404-DBD5-75C7-BA779C9E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8D44CE-9DD4-0D15-038F-F756709AC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E2212-AC87-2031-AC5C-65265C27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064134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580DF1-86D9-284D-12B3-9D3E6139A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E4F7D8-039F-B1B7-04F3-2661D299D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ADDA9-F071-C1B3-007D-5CDCABBC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55383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22C81-F6C8-64D1-E63F-308A1D9C6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FF0BF-94CA-9759-AA28-2D70F61EF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E84C5-4E8A-8AE8-870A-EC46B4F9C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C48B8-F9CB-2C81-9173-60DA2B41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6458D-DE93-C18D-4177-17CB64A89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07D44D-5E16-B021-E850-92CCA6857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466449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9085E-DDB5-3DE7-6998-B743AFDBDE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ECE066-1472-8760-6956-E940FD8D50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4B5C3-B208-C83B-EE2D-B5788C2BA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1B76D1-1993-90B8-A3C4-FBECAB90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66DE0-1B17-7AC5-57F4-62795D7FD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F9084A-4334-8CDC-8216-4462403A3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67453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44DE-AAA3-BE28-2C9E-3ACC815F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04566-3860-012E-8AE2-0AD2BAA56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049FB-DC22-4E96-C1E4-3E27AA796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5B3AD-8167-3DB0-0AEC-C91672613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67F8B-BD62-15B3-37D0-0C67E50D3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10724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0C5FFE-1F99-C4C4-AD93-E51C8606E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73A1EC-52F1-041B-58F7-AB05F0A6E5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811BC-C381-455F-D7E5-FD6966A7E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DFEFD-8A32-D2BA-82B0-FFFA5E7EC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963C6-A163-310E-959D-46C873A64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44600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E4BB1C-828D-7826-7555-A4378C3EC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ES_trad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103450-0E6A-7B97-4924-0789D0FEB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ES_trad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56DB4-9E89-A9BA-A4D0-E909163D64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058CA0-BC2D-6E4D-A097-0F970AFD46D2}" type="datetimeFigureOut">
              <a:rPr lang="es-ES_tradnl" smtClean="0"/>
              <a:t>9/3/26</a:t>
            </a:fld>
            <a:endParaRPr lang="es-ES_trad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CACBC-1716-3761-AC32-6750ADCB09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F8F0AE-24F8-2DBC-1C60-21916B1EA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D51596-54CA-CA42-AD64-BB2BE6B13B5D}" type="slidenum">
              <a:rPr lang="es-ES_tradnl" smtClean="0"/>
              <a:t>‹#›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0884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B4606588-1673-3015-6848-6B5FD8FF6180}"/>
              </a:ext>
            </a:extLst>
          </p:cNvPr>
          <p:cNvSpPr/>
          <p:nvPr/>
        </p:nvSpPr>
        <p:spPr>
          <a:xfrm>
            <a:off x="4129800" y="298174"/>
            <a:ext cx="2763078" cy="136166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 err="1"/>
              <a:t>examenes</a:t>
            </a:r>
            <a:endParaRPr lang="es-ES_tradnl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41EF321-A077-2E50-DD02-517924764477}"/>
              </a:ext>
            </a:extLst>
          </p:cNvPr>
          <p:cNvSpPr/>
          <p:nvPr/>
        </p:nvSpPr>
        <p:spPr>
          <a:xfrm>
            <a:off x="1048581" y="1948069"/>
            <a:ext cx="2683566" cy="1928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evaluados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2A81CE0-EB84-1542-1D5B-283703A71467}"/>
              </a:ext>
            </a:extLst>
          </p:cNvPr>
          <p:cNvSpPr/>
          <p:nvPr/>
        </p:nvSpPr>
        <p:spPr>
          <a:xfrm>
            <a:off x="6892878" y="2236304"/>
            <a:ext cx="2683566" cy="192819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pendientes</a:t>
            </a:r>
          </a:p>
          <a:p>
            <a:pPr algn="ctr"/>
            <a:endParaRPr lang="es-ES_tradnl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CD72DDD-9981-6FC2-6D1F-F66A80CA115C}"/>
              </a:ext>
            </a:extLst>
          </p:cNvPr>
          <p:cNvSpPr/>
          <p:nvPr/>
        </p:nvSpPr>
        <p:spPr>
          <a:xfrm>
            <a:off x="2507975" y="4398063"/>
            <a:ext cx="1381539" cy="8348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Juan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F88885E-C313-D64F-BFC5-6148ABC3D52A}"/>
              </a:ext>
            </a:extLst>
          </p:cNvPr>
          <p:cNvSpPr/>
          <p:nvPr/>
        </p:nvSpPr>
        <p:spPr>
          <a:xfrm>
            <a:off x="475423" y="4398063"/>
            <a:ext cx="1381539" cy="8348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Pedro</a:t>
            </a:r>
          </a:p>
          <a:p>
            <a:pPr algn="ctr"/>
            <a:endParaRPr lang="es-ES_tradnl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83818A4-FAE0-486A-B3AE-EA8AF75E8226}"/>
              </a:ext>
            </a:extLst>
          </p:cNvPr>
          <p:cNvSpPr/>
          <p:nvPr/>
        </p:nvSpPr>
        <p:spPr>
          <a:xfrm>
            <a:off x="6510391" y="4482547"/>
            <a:ext cx="1381539" cy="8348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Trigo</a:t>
            </a:r>
          </a:p>
          <a:p>
            <a:pPr algn="ctr"/>
            <a:endParaRPr lang="es-ES_tradnl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99AE1C2-35ED-5A9B-E4D3-A8E7297F461F}"/>
              </a:ext>
            </a:extLst>
          </p:cNvPr>
          <p:cNvCxnSpPr>
            <a:stCxn id="4" idx="4"/>
            <a:endCxn id="5" idx="0"/>
          </p:cNvCxnSpPr>
          <p:nvPr/>
        </p:nvCxnSpPr>
        <p:spPr>
          <a:xfrm flipH="1">
            <a:off x="2390364" y="1659835"/>
            <a:ext cx="3120975" cy="2882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0028333-8513-1929-BB7B-CC20A2B77956}"/>
              </a:ext>
            </a:extLst>
          </p:cNvPr>
          <p:cNvCxnSpPr>
            <a:stCxn id="4" idx="4"/>
            <a:endCxn id="6" idx="0"/>
          </p:cNvCxnSpPr>
          <p:nvPr/>
        </p:nvCxnSpPr>
        <p:spPr>
          <a:xfrm>
            <a:off x="5511339" y="1659835"/>
            <a:ext cx="2723322" cy="5764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AFB9940-5C22-5056-B07C-0825643CB9BB}"/>
              </a:ext>
            </a:extLst>
          </p:cNvPr>
          <p:cNvCxnSpPr>
            <a:stCxn id="5" idx="4"/>
            <a:endCxn id="7" idx="0"/>
          </p:cNvCxnSpPr>
          <p:nvPr/>
        </p:nvCxnSpPr>
        <p:spPr>
          <a:xfrm>
            <a:off x="2390364" y="3876260"/>
            <a:ext cx="808381" cy="521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917D1FA-40C5-0B2B-5F65-07F1904C735E}"/>
              </a:ext>
            </a:extLst>
          </p:cNvPr>
          <p:cNvCxnSpPr>
            <a:stCxn id="5" idx="4"/>
            <a:endCxn id="8" idx="0"/>
          </p:cNvCxnSpPr>
          <p:nvPr/>
        </p:nvCxnSpPr>
        <p:spPr>
          <a:xfrm flipH="1">
            <a:off x="1166193" y="3876260"/>
            <a:ext cx="1224171" cy="521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AB13AE-8E83-D81A-AC89-75B99B4C69B1}"/>
              </a:ext>
            </a:extLst>
          </p:cNvPr>
          <p:cNvCxnSpPr>
            <a:stCxn id="6" idx="4"/>
            <a:endCxn id="9" idx="0"/>
          </p:cNvCxnSpPr>
          <p:nvPr/>
        </p:nvCxnSpPr>
        <p:spPr>
          <a:xfrm flipH="1">
            <a:off x="7201161" y="4164495"/>
            <a:ext cx="1033500" cy="318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E81E695-2DA6-81ED-1BB8-E5B688B8002D}"/>
              </a:ext>
            </a:extLst>
          </p:cNvPr>
          <p:cNvSpPr txBox="1"/>
          <p:nvPr/>
        </p:nvSpPr>
        <p:spPr>
          <a:xfrm>
            <a:off x="7103461" y="833304"/>
            <a:ext cx="3679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Nodo </a:t>
            </a:r>
            <a:r>
              <a:rPr lang="es-ES_tradnl" dirty="0" err="1"/>
              <a:t>especial,Primer</a:t>
            </a:r>
            <a:r>
              <a:rPr lang="es-ES_tradnl" dirty="0"/>
              <a:t> nodo del árbol.</a:t>
            </a:r>
          </a:p>
          <a:p>
            <a:r>
              <a:rPr lang="es-ES_tradnl" dirty="0" err="1"/>
              <a:t>Raiz</a:t>
            </a:r>
            <a:endParaRPr lang="es-ES_tradnl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EDDC408-7F23-B256-94D5-6533D4AD232E}"/>
              </a:ext>
            </a:extLst>
          </p:cNvPr>
          <p:cNvSpPr txBox="1"/>
          <p:nvPr/>
        </p:nvSpPr>
        <p:spPr>
          <a:xfrm>
            <a:off x="3780185" y="2983395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Nodo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7C6F651-A767-9302-3F32-76C100B1695A}"/>
              </a:ext>
            </a:extLst>
          </p:cNvPr>
          <p:cNvSpPr txBox="1"/>
          <p:nvPr/>
        </p:nvSpPr>
        <p:spPr>
          <a:xfrm>
            <a:off x="9968948" y="3168061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Nodo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8842157-DA0B-8D6C-6B6C-74B382A88B71}"/>
              </a:ext>
            </a:extLst>
          </p:cNvPr>
          <p:cNvSpPr txBox="1"/>
          <p:nvPr/>
        </p:nvSpPr>
        <p:spPr>
          <a:xfrm>
            <a:off x="4129800" y="4815506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Hoja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4821EAB2-11E1-E1E9-2255-D00DC6B8FBF6}"/>
              </a:ext>
            </a:extLst>
          </p:cNvPr>
          <p:cNvSpPr/>
          <p:nvPr/>
        </p:nvSpPr>
        <p:spPr>
          <a:xfrm>
            <a:off x="8542943" y="4482547"/>
            <a:ext cx="1381539" cy="8348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calculo</a:t>
            </a:r>
          </a:p>
          <a:p>
            <a:pPr algn="ctr"/>
            <a:endParaRPr lang="es-ES_tradnl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044C9F6-3542-4E3A-DC7C-9C29B16FB3D7}"/>
              </a:ext>
            </a:extLst>
          </p:cNvPr>
          <p:cNvCxnSpPr>
            <a:stCxn id="6" idx="4"/>
            <a:endCxn id="50" idx="0"/>
          </p:cNvCxnSpPr>
          <p:nvPr/>
        </p:nvCxnSpPr>
        <p:spPr>
          <a:xfrm>
            <a:off x="8234661" y="4164495"/>
            <a:ext cx="999052" cy="318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Oval 53">
            <a:extLst>
              <a:ext uri="{FF2B5EF4-FFF2-40B4-BE49-F238E27FC236}">
                <a16:creationId xmlns:a16="http://schemas.microsoft.com/office/drawing/2014/main" id="{AD97CAA2-B27A-AE9D-7D6F-F0D546233A71}"/>
              </a:ext>
            </a:extLst>
          </p:cNvPr>
          <p:cNvSpPr/>
          <p:nvPr/>
        </p:nvSpPr>
        <p:spPr>
          <a:xfrm>
            <a:off x="8542943" y="5777223"/>
            <a:ext cx="1381539" cy="8348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dirty="0"/>
              <a:t>Juan</a:t>
            </a:r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21D65FB5-D25C-612F-C409-B4E1594C1BBC}"/>
              </a:ext>
            </a:extLst>
          </p:cNvPr>
          <p:cNvCxnSpPr>
            <a:stCxn id="50" idx="4"/>
            <a:endCxn id="54" idx="0"/>
          </p:cNvCxnSpPr>
          <p:nvPr/>
        </p:nvCxnSpPr>
        <p:spPr>
          <a:xfrm>
            <a:off x="9233713" y="5317434"/>
            <a:ext cx="0" cy="45978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26603B2C-1B3A-7483-47BF-1E8BDBFDCFE6}"/>
              </a:ext>
            </a:extLst>
          </p:cNvPr>
          <p:cNvSpPr txBox="1"/>
          <p:nvPr/>
        </p:nvSpPr>
        <p:spPr>
          <a:xfrm>
            <a:off x="5859033" y="4650717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Hoja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499F8C0-6B88-A5E5-3917-8E510CE664E6}"/>
              </a:ext>
            </a:extLst>
          </p:cNvPr>
          <p:cNvSpPr txBox="1"/>
          <p:nvPr/>
        </p:nvSpPr>
        <p:spPr>
          <a:xfrm>
            <a:off x="9964239" y="4650717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Nodo</a:t>
            </a:r>
          </a:p>
        </p:txBody>
      </p:sp>
    </p:spTree>
    <p:extLst>
      <p:ext uri="{BB962C8B-B14F-4D97-AF65-F5344CB8AC3E}">
        <p14:creationId xmlns:p14="http://schemas.microsoft.com/office/powerpoint/2010/main" val="1725611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22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CLAUDIA PATRICIA CORTES PAVON</dc:creator>
  <cp:lastModifiedBy>CLAUDIA PATRICIA CORTES PAVON</cp:lastModifiedBy>
  <cp:revision>1</cp:revision>
  <dcterms:created xsi:type="dcterms:W3CDTF">2026-03-09T23:28:24Z</dcterms:created>
  <dcterms:modified xsi:type="dcterms:W3CDTF">2026-03-10T00:08:58Z</dcterms:modified>
</cp:coreProperties>
</file>